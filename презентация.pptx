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50" r:id="rId1"/>
    <p:sldMasterId id="2147484662" r:id="rId2"/>
  </p:sldMasterIdLst>
  <p:notesMasterIdLst>
    <p:notesMasterId r:id="rId11"/>
  </p:notesMasterIdLst>
  <p:sldIdLst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3F14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E4AFA-13E7-462E-884F-F813BFFB6CB3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CBD9F-CC56-43EA-8F09-AECC38A357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29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CBD9F-CC56-43EA-8F09-AECC38A3579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82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18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3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00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733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17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0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34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127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177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80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48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709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921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094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857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923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808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705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92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3204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39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2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1" r:id="rId1"/>
    <p:sldLayoutId id="2147484652" r:id="rId2"/>
    <p:sldLayoutId id="2147484653" r:id="rId3"/>
    <p:sldLayoutId id="2147484654" r:id="rId4"/>
    <p:sldLayoutId id="2147484655" r:id="rId5"/>
    <p:sldLayoutId id="2147484656" r:id="rId6"/>
    <p:sldLayoutId id="2147484657" r:id="rId7"/>
    <p:sldLayoutId id="2147484658" r:id="rId8"/>
    <p:sldLayoutId id="2147484659" r:id="rId9"/>
    <p:sldLayoutId id="2147484660" r:id="rId10"/>
    <p:sldLayoutId id="2147484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AF61AA-5A98-4049-A93E-477E5505141A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795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3" r:id="rId1"/>
    <p:sldLayoutId id="2147484664" r:id="rId2"/>
    <p:sldLayoutId id="2147484665" r:id="rId3"/>
    <p:sldLayoutId id="2147484666" r:id="rId4"/>
    <p:sldLayoutId id="2147484667" r:id="rId5"/>
    <p:sldLayoutId id="2147484668" r:id="rId6"/>
    <p:sldLayoutId id="2147484669" r:id="rId7"/>
    <p:sldLayoutId id="2147484670" r:id="rId8"/>
    <p:sldLayoutId id="2147484671" r:id="rId9"/>
    <p:sldLayoutId id="2147484672" r:id="rId10"/>
    <p:sldLayoutId id="214748467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2">
            <a:extLst>
              <a:ext uri="{FF2B5EF4-FFF2-40B4-BE49-F238E27FC236}">
                <a16:creationId xmlns:a16="http://schemas.microsoft.com/office/drawing/2014/main" id="{031EA4A4-5D79-4817-B146-24029A2F3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A06B3-CCE6-7295-9803-4DCBCAEE4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397764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ru-RU" sz="4800" dirty="0"/>
              <a:t>Электронная библиотека</a:t>
            </a:r>
            <a:endParaRPr lang="en-US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8A0D81-9FC1-29B2-628D-76F33D260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3977640" cy="1208141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ru-RU" sz="2200" cap="none" dirty="0"/>
              <a:t>Программа для хранения и просмотра книг.</a:t>
            </a:r>
            <a:endParaRPr lang="en-US" sz="2200" cap="none" dirty="0"/>
          </a:p>
        </p:txBody>
      </p:sp>
      <p:pic>
        <p:nvPicPr>
          <p:cNvPr id="8" name="Рисунок 7" descr="Изображение выглядит как полка, Публикация, в помещении, книга">
            <a:extLst>
              <a:ext uri="{FF2B5EF4-FFF2-40B4-BE49-F238E27FC236}">
                <a16:creationId xmlns:a16="http://schemas.microsoft.com/office/drawing/2014/main" id="{21607865-183D-FA04-C790-5C92C6695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6" r="16199"/>
          <a:stretch>
            <a:fillRect/>
          </a:stretch>
        </p:blipFill>
        <p:spPr>
          <a:xfrm>
            <a:off x="20" y="10"/>
            <a:ext cx="7443196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81B91-2CD7-27C8-42CC-60A1C0172061}"/>
              </a:ext>
            </a:extLst>
          </p:cNvPr>
          <p:cNvSpPr txBox="1"/>
          <p:nvPr/>
        </p:nvSpPr>
        <p:spPr>
          <a:xfrm>
            <a:off x="9829082" y="5972829"/>
            <a:ext cx="205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Хамхоева Хади</a:t>
            </a:r>
          </a:p>
        </p:txBody>
      </p:sp>
    </p:spTree>
    <p:extLst>
      <p:ext uri="{BB962C8B-B14F-4D97-AF65-F5344CB8AC3E}">
        <p14:creationId xmlns:p14="http://schemas.microsoft.com/office/powerpoint/2010/main" val="70374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BBE3F9-4678-85C4-E205-29C3DCDE2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948" y="179504"/>
            <a:ext cx="10058400" cy="1450757"/>
          </a:xfrm>
        </p:spPr>
        <p:txBody>
          <a:bodyPr>
            <a:normAutofit/>
          </a:bodyPr>
          <a:lstStyle/>
          <a:p>
            <a:r>
              <a:rPr lang="ru-RU" dirty="0"/>
              <a:t>Проблема и 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342908-55FD-E3E3-3F86-74FB197BD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8371" y="2041536"/>
            <a:ext cx="4474965" cy="416613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400" dirty="0">
                <a:latin typeface="quote-cjk-patch"/>
              </a:rPr>
              <a:t>Проблема - когда книг становится много, сложно помнить, что уже прочитано, где лежит файл и какая у книги обложка. </a:t>
            </a:r>
            <a:endParaRPr lang="ru-RU" sz="24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666DD9-4F04-0F60-6AA3-80EAC7CCA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6922" y="2015067"/>
            <a:ext cx="5380167" cy="416613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400" dirty="0">
                <a:latin typeface="quote-cjk-patch"/>
              </a:rPr>
              <a:t>Цель проекта - создать удобную программу, в которой можно вести свою книжную коллекцию, быстро находить нужное и даже читать текстовые файлы, не выходя из приложения.</a:t>
            </a:r>
            <a:endParaRPr lang="ru-RU" sz="24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6B9C05E-3059-1279-8520-619389AD0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" y="676803"/>
            <a:ext cx="1150093" cy="115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6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1" name="Rectangle 15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07741-3AE9-4D02-4E8E-93D57712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ru-RU" sz="3700" dirty="0"/>
              <a:t>Функциональные возможности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77E162-9A61-F2C7-9212-3408C284C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quote-cjk-patch"/>
              </a:rPr>
              <a:t>Добавление книги (название, автор, год, жанр, файл, обложка).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quote-cjk-patch"/>
              </a:rPr>
              <a:t>Удаление выбранной книги.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quote-cjk-patch"/>
              </a:rPr>
              <a:t>Поиск по названию и автору.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quote-cjk-patch"/>
              </a:rPr>
              <a:t>Сортировка таблицы по любому столбцу (ID, название, автор, год, жанр).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quote-cjk-patch"/>
              </a:rPr>
              <a:t>Автоматическое сохранение данных в JSON.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5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E2C61330-59C8-9D15-9202-494244DDE0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" r="36021" b="-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8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56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1836D-6EB9-DEFF-8466-3443BD30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6" y="525984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Интерфейс</a:t>
            </a:r>
            <a:endParaRPr lang="en-US" sz="3600" dirty="0"/>
          </a:p>
        </p:txBody>
      </p:sp>
      <p:sp>
        <p:nvSpPr>
          <p:cNvPr id="68" name="Rectangle 5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3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Объект 5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90DBF727-E7D2-5411-A365-8DE259EC6C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63"/>
          <a:stretch/>
        </p:blipFill>
        <p:spPr>
          <a:xfrm>
            <a:off x="1800182" y="650494"/>
            <a:ext cx="3180142" cy="5324142"/>
          </a:xfrm>
          <a:prstGeom prst="rect">
            <a:avLst/>
          </a:prstGeom>
        </p:spPr>
      </p:pic>
      <p:sp>
        <p:nvSpPr>
          <p:cNvPr id="70" name="Rectangle 6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C45130-A41F-46D6-9260-629640920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22187" y="1556595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Справа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область для отображения обложки и подробной информации о выбранной книге. Достаточно кликнуть по строке в таблице, и справа появится обложка и детали.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Rectangle 6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138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FAE51-E845-A9B4-C883-988C0F96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4600" dirty="0"/>
              <a:t>Окно добавления книги.</a:t>
            </a:r>
            <a:endParaRPr lang="en-US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2EC4D2-1E47-6B91-1AC7-6B39031CD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ru-RU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Поля ввода: название, автор, год, жанр.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Кнопки выбора файла книги (TXT, PDF, DOCX, 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EPUB, FB2</a:t>
            </a:r>
            <a:r>
              <a:rPr lang="ru-RU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) и обложки (PNG, JPG).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Генерация уникального ID.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Проверка обязательных полей.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Сохранение – книга добавляется в таблицу и в JSON.</a:t>
            </a:r>
            <a:b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программное обеспечение, дизайн">
            <a:extLst>
              <a:ext uri="{FF2B5EF4-FFF2-40B4-BE49-F238E27FC236}">
                <a16:creationId xmlns:a16="http://schemas.microsoft.com/office/drawing/2014/main" id="{8D4CA595-2858-D607-DB61-5ED44DAD35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117" y="640080"/>
            <a:ext cx="482483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1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52434E-6B72-FEBE-A7A4-0BAD63D7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/>
              <a:t>Особенности и преимущества</a:t>
            </a:r>
          </a:p>
        </p:txBody>
      </p:sp>
      <p:sp>
        <p:nvSpPr>
          <p:cNvPr id="1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Объект 2">
            <a:extLst>
              <a:ext uri="{FF2B5EF4-FFF2-40B4-BE49-F238E27FC236}">
                <a16:creationId xmlns:a16="http://schemas.microsoft.com/office/drawing/2014/main" id="{AA326C26-293C-71DE-E1AA-62F88D778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Простота использования </a:t>
            </a: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-</a:t>
            </a: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интуитивный интерфейс.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sz="20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Автосохранение</a:t>
            </a: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 </a:t>
            </a: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-</a:t>
            </a: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 данные не теряются.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Компактное хранение </a:t>
            </a: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-</a:t>
            </a: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 один JSON-файл.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Визуализация обложек </a:t>
            </a: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-</a:t>
            </a: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 помогает быстро находить книги.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Кроссплатформенность </a:t>
            </a: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-</a:t>
            </a: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 работает на Windows, </a:t>
            </a:r>
            <a:r>
              <a:rPr lang="ru-RU" sz="20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macOS</a:t>
            </a:r>
            <a:r>
              <a:rPr lang="ru-RU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, Linux.</a:t>
            </a:r>
          </a:p>
        </p:txBody>
      </p:sp>
      <p:pic>
        <p:nvPicPr>
          <p:cNvPr id="6" name="Объект 5" descr="Изображение выглядит как книга, полка, Стеллаж, в помещении">
            <a:extLst>
              <a:ext uri="{FF2B5EF4-FFF2-40B4-BE49-F238E27FC236}">
                <a16:creationId xmlns:a16="http://schemas.microsoft.com/office/drawing/2014/main" id="{436F8FC6-7556-C317-03A5-5E70B2625B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15" r="2191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81659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52022-20B2-D7BD-9472-27C87BDAE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Используемые технологии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Объект 13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53DC6A52-2CC0-BA43-3313-35E9DDBDBE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0" r="1" b="10489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D8DEDEE0-B796-F0E0-4A04-50D01AFB055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65085" y="2238089"/>
            <a:ext cx="4103998" cy="3929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ru-RU" altLang="ru-RU" sz="220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Язык: Python 3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Графическая библиотека: </a:t>
            </a:r>
            <a:r>
              <a:rPr kumimoji="0" lang="ru-RU" altLang="ru-RU" sz="220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Tkinter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 (встроенная)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Работа с изображениями: </a:t>
            </a:r>
            <a:r>
              <a:rPr kumimoji="0" lang="ru-RU" altLang="ru-RU" sz="220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Pillow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 (PIL)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Хранение данных: JSON (файл </a:t>
            </a:r>
            <a:r>
              <a:rPr kumimoji="0" lang="ru-RU" altLang="ru-RU" sz="220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nlo"/>
              </a:rPr>
              <a:t>library.json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Открытие файлов: </a:t>
            </a:r>
            <a:r>
              <a:rPr kumimoji="0" lang="ru-RU" altLang="ru-RU" sz="220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os</a:t>
            </a:r>
            <a:r>
              <a:rPr kumimoji="0" lang="ru-RU" altLang="ru-RU" sz="22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, </a:t>
            </a:r>
            <a:r>
              <a:rPr kumimoji="0" lang="ru-RU" altLang="ru-RU" sz="220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quote-cjk-patch"/>
              </a:rPr>
              <a:t>subprocess</a:t>
            </a:r>
            <a:endParaRPr kumimoji="0" lang="ru-RU" altLang="ru-RU" sz="220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quote-cjk-patch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ru-RU" altLang="ru-RU" sz="220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67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7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E94EE-B542-FF16-8949-B7F8594DC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/>
              <a:t>Заключение</a:t>
            </a:r>
          </a:p>
        </p:txBody>
      </p:sp>
      <p:sp>
        <p:nvSpPr>
          <p:cNvPr id="89" name="Oval 7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Объект 5" descr="Изображение выглядит как книга, Публикация, текст, стопка">
            <a:extLst>
              <a:ext uri="{FF2B5EF4-FFF2-40B4-BE49-F238E27FC236}">
                <a16:creationId xmlns:a16="http://schemas.microsoft.com/office/drawing/2014/main" id="{C267D797-EE9A-84CE-20AC-66F9E5DE6D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solidFill>
            <a:srgbClr val="723F14"/>
          </a:solidFill>
        </p:spPr>
      </p:pic>
      <p:sp>
        <p:nvSpPr>
          <p:cNvPr id="90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1CCF86-8E4F-99A5-3E9E-5C2EF54F1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57715" y="2990818"/>
            <a:ext cx="4195673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200" b="0" i="0" dirty="0">
                <a:solidFill>
                  <a:srgbClr val="0F1115"/>
                </a:solidFill>
                <a:effectLst/>
                <a:latin typeface="quote-cjk-patch"/>
              </a:rPr>
              <a:t>Проект демонстрирует практическое применение Python для создания полезных повседневных инструментов. В будущем возможны улучшения: редактирование записей, поддержка новых форматов и экспорт данных.</a:t>
            </a:r>
            <a:endParaRPr lang="en-US" sz="2200" b="0" i="0" dirty="0"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  <p:sp>
        <p:nvSpPr>
          <p:cNvPr id="92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93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7801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Ретро">
  <a:themeElements>
    <a:clrScheme name="Другая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F5529"/>
      </a:accent1>
      <a:accent2>
        <a:srgbClr val="8F5529"/>
      </a:accent2>
      <a:accent3>
        <a:srgbClr val="A5A5A5"/>
      </a:accent3>
      <a:accent4>
        <a:srgbClr val="FFC000"/>
      </a:accent4>
      <a:accent5>
        <a:srgbClr val="8F5529"/>
      </a:accent5>
      <a:accent6>
        <a:srgbClr val="8F5529"/>
      </a:accent6>
      <a:hlink>
        <a:srgbClr val="0563C1"/>
      </a:hlink>
      <a:folHlink>
        <a:srgbClr val="954F7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</TotalTime>
  <Words>303</Words>
  <Application>Microsoft Office PowerPoint</Application>
  <PresentationFormat>Широкоэкранный</PresentationFormat>
  <Paragraphs>36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Menlo</vt:lpstr>
      <vt:lpstr>quote-cjk-patch</vt:lpstr>
      <vt:lpstr>Wingdings</vt:lpstr>
      <vt:lpstr>Тема Office</vt:lpstr>
      <vt:lpstr>Ретро</vt:lpstr>
      <vt:lpstr>Электронная библиотека</vt:lpstr>
      <vt:lpstr>Проблема и цель</vt:lpstr>
      <vt:lpstr>Функциональные возможности</vt:lpstr>
      <vt:lpstr>Интерфейс</vt:lpstr>
      <vt:lpstr>Окно добавления книги.</vt:lpstr>
      <vt:lpstr>Особенности и преимущества</vt:lpstr>
      <vt:lpstr>Используемые технологии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Dokja Kim</dc:creator>
  <cp:lastModifiedBy>Dokja Kim</cp:lastModifiedBy>
  <cp:revision>9</cp:revision>
  <dcterms:created xsi:type="dcterms:W3CDTF">2026-04-29T15:23:03Z</dcterms:created>
  <dcterms:modified xsi:type="dcterms:W3CDTF">2026-05-23T19:02:37Z</dcterms:modified>
</cp:coreProperties>
</file>